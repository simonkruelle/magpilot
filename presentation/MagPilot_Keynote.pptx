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"This is a Franka research robot — the kind of arm that normally</a:t>
            </a:r>
          </a:p>
          <a:p>
            <a:r>
              <a:t>takes a 10,000-euro teach pendant and trained operators to move. I'm going to</a:t>
            </a:r>
          </a:p>
          <a:p>
            <a:r>
              <a:t>fly it around, pick up a package, and have it recognise handwriting — using</a:t>
            </a:r>
          </a:p>
          <a:p>
            <a:r>
              <a:t>nothing but this." (hold up the magnet.)</a:t>
            </a:r>
          </a:p>
          <a:p>
            <a:r>
              <a:t>Pause. Let the contrast land before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intuitive way to move a robot today costs real money and real training.</a:t>
            </a:r>
          </a:p>
          <a:p>
            <a:r>
              <a:t>Teach pendants are thousands of euros; teleop rigs need joysticks, VR, or motion</a:t>
            </a:r>
          </a:p>
          <a:p>
            <a:r>
              <a:t>capture; anything repeatable needs code. That's fine for a factory integrator —</a:t>
            </a:r>
          </a:p>
          <a:p>
            <a:r>
              <a:t>it's a wall for everyone else: students, labs, small shops, assistive use.</a:t>
            </a:r>
          </a:p>
          <a:p>
            <a:r>
              <a:t>The controller is the bottleneck, not the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insight the whole product is built on. A magnet is the cheapest,</a:t>
            </a:r>
          </a:p>
          <a:p>
            <a:r>
              <a:t>most robust "sensor beacon" in the world — no battery, no pairing, no wear.</a:t>
            </a:r>
          </a:p>
          <a:p>
            <a:r>
              <a:t>A magnetometer grid can recover its full pose from the field alone. So the</a:t>
            </a:r>
          </a:p>
          <a:p>
            <a:r>
              <a:t>controller everyone already has in a drawer becomes a five-degree-of-freedom</a:t>
            </a:r>
          </a:p>
          <a:p>
            <a:r>
              <a:t>robot input. The hard part isn't the magnet — it's the software that turns</a:t>
            </a:r>
          </a:p>
          <a:p>
            <a:r>
              <a:t>that field into safe, smooth robot motion. That's what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MagPilot is the software layer that makes that magnet a real interface. Five</a:t>
            </a:r>
          </a:p>
          <a:p>
            <a:r>
              <a:t>control channels, plus a writing mode: air-write a character and it triggers a</a:t>
            </a:r>
          </a:p>
          <a:p>
            <a:r>
              <a:t>mapped action — a wave, a pick, a move to a target. One surface, no menus.</a:t>
            </a:r>
          </a:p>
          <a:p>
            <a:r>
              <a:t>On the right is the live "flight deck" — your magnet becomes the little plane,</a:t>
            </a:r>
          </a:p>
          <a:p>
            <a:r>
              <a:t>and the arm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control vocabulary, and it's learnable in seconds because it's</a:t>
            </a:r>
          </a:p>
          <a:p>
            <a:r>
              <a:t>physical, not abstract. Move to move, lift to raise, tilt to grip, twist to</a:t>
            </a:r>
          </a:p>
          <a:p>
            <a:r>
              <a:t>rotate, and — crucially for safety — lift the magnet away and the arm freezes</a:t>
            </a:r>
          </a:p>
          <a:p>
            <a:r>
              <a:t>so you can reposition without dragging it. No button assignment to memorise.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— insert ABD.MP4 here (drag the file onto this slide, set "Play Full</a:t>
            </a:r>
          </a:p>
          <a:p>
            <a:r>
              <a:t>Screen" / automatically). Talk track while it plays: "She's writing an A on the</a:t>
            </a:r>
          </a:p>
          <a:p>
            <a:r>
              <a:t>sensor board with the magnet. The interface inks the stroke, the classifier</a:t>
            </a:r>
          </a:p>
          <a:p>
            <a:r>
              <a:t>reads it, and on confirm the arm performs the mapped gesture. Then B, then D."</a:t>
            </a:r>
          </a:p>
          <a:p>
            <a:r>
              <a:t>This is the "it recognises handwriting" beat from the opening promise.</a:t>
            </a:r>
          </a:p>
          <a:p>
            <a:r>
              <a:t>Real Franka FR3, real magnet, no other input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— insert Package_Lift_&amp;_B.MP4 here. Talk track: "Now teleoperation. She</a:t>
            </a:r>
          </a:p>
          <a:p>
            <a:r>
              <a:t>glides the magnet to move the arm over the box, lowers it by lowering the</a:t>
            </a:r>
          </a:p>
          <a:p>
            <a:r>
              <a:t>magnet, tilts to close the gripper, and lifts the package — then finishes with a</a:t>
            </a:r>
          </a:p>
          <a:p>
            <a:r>
              <a:t>handwritten B. Every motion is smoothed by a jerk-limited controller so the real</a:t>
            </a:r>
          </a:p>
          <a:p>
            <a:r>
              <a:t>arm tracks cleanly." This is the payoff slide — let the video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subsystems. Sensing turns the field into a pose. Recognition turns strokes</a:t>
            </a:r>
          </a:p>
          <a:p>
            <a:r>
              <a:t>into commands. Motion turns commands into safe robot trajectories — and that</a:t>
            </a:r>
          </a:p>
          <a:p>
            <a:r>
              <a:t>last part is where most of the engineering went: a jerk-limited streaming</a:t>
            </a:r>
          </a:p>
          <a:p>
            <a:r>
              <a:t>controller so a 30 Hz magnet signal drives a real arm without vibration.</a:t>
            </a:r>
          </a:p>
          <a:p>
            <a:r>
              <a:t>Everything runs on ROS in one Docker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entire sensing rig: sixteen magnetometer modules on a flat board,</a:t>
            </a:r>
          </a:p>
          <a:p>
            <a:r>
              <a:t>one microcontroller reading them out. It's cheap, it's flat, it hides under a</a:t>
            </a:r>
          </a:p>
          <a:p>
            <a:r>
              <a:t>cloth. Contrast the cost: a teach pendant is thousands; this is a handful of</a:t>
            </a:r>
          </a:p>
          <a:p>
            <a:r>
              <a:t>sensor chips and a magnet. The bill of materials is the moat's opposite — it's</a:t>
            </a:r>
          </a:p>
          <a:p>
            <a:r>
              <a:t>why this can be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setup in the lab. Point out how ordinary it is: the operator just sits</a:t>
            </a:r>
          </a:p>
          <a:p>
            <a:r>
              <a:t>at a table with a magnet. No gloves, no VR headset, no tracker on the hand.</a:t>
            </a:r>
          </a:p>
          <a:p>
            <a:r>
              <a:t>That approachability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and credibility. We never point software at an expensive arm and hope.</a:t>
            </a:r>
          </a:p>
          <a:p>
            <a:r>
              <a:t>Everything is validated in a Gazebo digital twin, then dry-run on the real robot</a:t>
            </a:r>
          </a:p>
          <a:p>
            <a:r>
              <a:t>(no motion, just logged targets), then supervised live with an E-stop. And the</a:t>
            </a:r>
          </a:p>
          <a:p>
            <a:r>
              <a:t>lift-to-pause gesture is a safety primitive, not a feature. Investors and lab</a:t>
            </a:r>
          </a:p>
          <a:p>
            <a:r>
              <a:t>supervisors both care about this slide.</a:t>
            </a:r>
          </a:p>
          <a:p>
            <a:r>
              <a:t>[Optional: add a Gazebo screen-capture here once recorded.]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stack — a real robot, ROS, Docker, controllers — is driven from one</a:t>
            </a:r>
          </a:p>
          <a:p>
            <a:r>
              <a:t>control center. That matters commercially: the distance from "research code" to</a:t>
            </a:r>
          </a:p>
          <a:p>
            <a:r>
              <a:t>"a thing a non-expert can run" is most of the work, and it's done. This is what</a:t>
            </a:r>
          </a:p>
          <a:p>
            <a:r>
              <a:t>makes it demoable anywhere in one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buys this. Wherever the controller — not the robot — is the barrier.</a:t>
            </a:r>
          </a:p>
          <a:p>
            <a:r>
              <a:t>Education is the beachhead: cheap, safe, intuitive, and every robotics course</a:t>
            </a:r>
          </a:p>
          <a:p>
            <a:r>
              <a:t>needs it. From there: rapid cell prototyping, accessible/assistive control, and</a:t>
            </a:r>
          </a:p>
          <a:p>
            <a:r>
              <a:t>shared or field robots where there's nothing to pair or charge. The magnet is</a:t>
            </a:r>
          </a:p>
          <a:p>
            <a:r>
              <a:t>the cheapest, most durable input device that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Timing. The sensing hardware finally got cheap and good enough; collaborative</a:t>
            </a:r>
          </a:p>
          <a:p>
            <a:r>
              <a:t>robots are everywhere and still hard to drive; and the piece nobody had built —</a:t>
            </a:r>
          </a:p>
          <a:p>
            <a:r>
              <a:t>a real-time, jerk-limited magnet-to-motion control stack that works on real</a:t>
            </a:r>
          </a:p>
          <a:p>
            <a:r>
              <a:t>hardware — is what we've made. That's the defensible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vision in one line. We want the cheapest object in the room to be the way</a:t>
            </a:r>
          </a:p>
          <a:p>
            <a:r>
              <a:t>you command the most capable one. Land this, then go to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same line you opened with — the magnet in your hand. Invite</a:t>
            </a:r>
          </a:p>
          <a:p>
            <a:r>
              <a:t>questions, and offer a hands-on: let someone in the room fly the arm with the</a:t>
            </a:r>
          </a:p>
          <a:p>
            <a:r>
              <a:t>magnet. The live hand-off is the strongest possible 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3152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14884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MagPilot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>
                <a:solidFill>
                  <a:srgbClr val="B9D3E8"/>
                </a:solidFill>
                <a:latin typeface="Arial"/>
              </a:rPr>
              <a:t>Pilot a robot arm with nothing but a magnet.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A84FF"/>
                </a:solidFill>
                <a:latin typeface="Arial"/>
              </a:rPr>
              <a:t>No joystick.  No teach pendant.  No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9D3E8"/>
                </a:solidFill>
                <a:latin typeface="Arial"/>
              </a:rPr>
              <a:t>COLMAG  ·  TUM seminar project  ·  Simon Kruelle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102A43"/>
                </a:solidFill>
                <a:latin typeface="Arial"/>
              </a:rPr>
              <a:t>Moving a robot arm is still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02A43"/>
                </a:solidFill>
                <a:latin typeface="Arial"/>
              </a:rPr>
              <a:t>expensive, clunky, and expert-only.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971800"/>
            <a:ext cx="340156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27614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0A84FF"/>
                </a:solidFill>
                <a:latin typeface="Arial"/>
              </a:rPr>
              <a:t>10,000 €+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C7489"/>
                </a:solidFill>
                <a:latin typeface="Arial"/>
              </a:rPr>
              <a:t>for a teach pendant or joystick teleop rig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971800"/>
            <a:ext cx="340156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3291840"/>
            <a:ext cx="27614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0A84FF"/>
                </a:solidFill>
                <a:latin typeface="Arial"/>
              </a:rPr>
              <a:t>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16052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C7489"/>
                </a:solidFill>
                <a:latin typeface="Arial"/>
              </a:rPr>
              <a:t>of training before an operator is productive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2712" y="2971800"/>
            <a:ext cx="340156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291840"/>
            <a:ext cx="27614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0A84FF"/>
                </a:solidFill>
                <a:latin typeface="Arial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416052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C7489"/>
                </a:solidFill>
                <a:latin typeface="Arial"/>
              </a:rPr>
              <a:t>or CAD for every new motion or waypoint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MagPilot</a:t>
            </a:r>
            <a:r>
              <a:rPr sz="1000" b="0">
                <a:solidFill>
                  <a:srgbClr val="5C7489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 permanent magnet costs cents.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0">
                <a:solidFill>
                  <a:srgbClr val="B9D3E8"/>
                </a:solidFill>
                <a:latin typeface="Arial"/>
              </a:rPr>
              <a:t>Its magnetic field carries five signals through the air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0">
                <a:solidFill>
                  <a:srgbClr val="B9D3E8"/>
                </a:solidFill>
                <a:latin typeface="Arial"/>
              </a:rPr>
              <a:t>position, height, tilt and twist. We just had to listen.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MagPilot</a:t>
            </a:r>
            <a:r>
              <a:rPr sz="1000" b="0">
                <a:solidFill>
                  <a:srgbClr val="B9D3E8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02A43"/>
                </a:solidFill>
                <a:latin typeface="Arial"/>
              </a:rPr>
              <a:t>MagPilot turns one magnet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02A43"/>
                </a:solidFill>
                <a:latin typeface="Arial"/>
              </a:rPr>
              <a:t>into a complete robot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43784"/>
            <a:ext cx="109728" cy="5029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02A43"/>
                </a:solidFill>
                <a:latin typeface="Arial"/>
              </a:rPr>
              <a:t>Fly the arm  —  </a:t>
            </a:r>
            <a:r>
              <a:rPr sz="1800" b="0">
                <a:solidFill>
                  <a:srgbClr val="5C7489"/>
                </a:solidFill>
                <a:latin typeface="Arial"/>
              </a:rPr>
              <a:t>glide the magnet over a sensor board and the end-effector follows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12464"/>
            <a:ext cx="109728" cy="5029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02A43"/>
                </a:solidFill>
                <a:latin typeface="Arial"/>
              </a:rPr>
              <a:t>Set the height  —  </a:t>
            </a:r>
            <a:r>
              <a:rPr sz="1800" b="0">
                <a:solidFill>
                  <a:srgbClr val="5C7489"/>
                </a:solidFill>
                <a:latin typeface="Arial"/>
              </a:rPr>
              <a:t>raise or lower the magnet to raise or lower the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81144"/>
            <a:ext cx="109728" cy="5029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2628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02A43"/>
                </a:solidFill>
                <a:latin typeface="Arial"/>
              </a:rPr>
              <a:t>Grip &amp; rotate  —  </a:t>
            </a:r>
            <a:r>
              <a:rPr sz="1800" b="0">
                <a:solidFill>
                  <a:srgbClr val="5C7489"/>
                </a:solidFill>
                <a:latin typeface="Arial"/>
              </a:rPr>
              <a:t>tilt to open/close the gripper, twist to rotate the wrist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49824"/>
            <a:ext cx="109728" cy="50292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6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02A43"/>
                </a:solidFill>
                <a:latin typeface="Arial"/>
              </a:rPr>
              <a:t>Air-write  —  </a:t>
            </a:r>
            <a:r>
              <a:rPr sz="1800" b="0">
                <a:solidFill>
                  <a:srgbClr val="5C7489"/>
                </a:solidFill>
                <a:latin typeface="Arial"/>
              </a:rPr>
              <a:t>draw a letter or digit and the robot performs the mapped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4480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_mag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99063"/>
            <a:ext cx="4114800" cy="23513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MagPilot</a:t>
            </a:r>
            <a:r>
              <a:rPr sz="1000" b="0">
                <a:solidFill>
                  <a:srgbClr val="5C7489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FIVE CHANNELS, HIDING IN A PIECE OF METAL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You do  →  the robot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10634472" cy="713232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Glide over the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14884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84FF"/>
                </a:solidFill>
                <a:latin typeface="Arial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4884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End-effector moves in X /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10634472" cy="713232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Raise / lower the magnet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97180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84FF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7180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End-effector height follows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94760"/>
            <a:ext cx="10634472" cy="713232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60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Tilt past a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9476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84FF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9476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Gripper opens / closes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17720"/>
            <a:ext cx="10634472" cy="713232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Twist the magnet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61772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84FF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1772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Wrist rotates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40680"/>
            <a:ext cx="10634472" cy="713232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Lift it 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44068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84FF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44068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Arm pauses — walk away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MagPilot</a:t>
            </a:r>
            <a:r>
              <a:rPr sz="1000" b="0">
                <a:solidFill>
                  <a:srgbClr val="B9D3E8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ter_classify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A1E33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LIVE DEMO 1  ·  AIR-WRITING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Write a letter.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The robot reads it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performs the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Draw A, B, D over the board — the stroke is inked live, classified when you pause, and the arm executes on confirm.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77840"/>
            <a:ext cx="4297680" cy="566928"/>
          </a:xfrm>
          <a:prstGeom prst="roundRect">
            <a:avLst>
              <a:gd name="adj" fmla="val 8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▶  PLAY:  ABD.MP4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ster_teleop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A1E33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LIVE DEMO 2  ·  TELEOPERATION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Fly the arm.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Pick up a package.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All from the magnet.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9D3E8"/>
                </a:solidFill>
                <a:latin typeface="Arial"/>
              </a:rPr>
              <a:t>Move, lower, tilt to grip, lift — a real pick-and-place, then a handwritten B to finish. Motion is jerk-limited for smooth, safe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77840"/>
            <a:ext cx="4937760" cy="566928"/>
          </a:xfrm>
          <a:prstGeom prst="roundRect">
            <a:avLst>
              <a:gd name="adj" fmla="val 8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▶  PLAY:  Package_Lift_&amp;_B.MP4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02A43"/>
                </a:solidFill>
                <a:latin typeface="Arial"/>
              </a:rPr>
              <a:t>Three systems, one magnet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94560"/>
            <a:ext cx="340156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502920" cy="1097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761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Sensing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276148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C7489"/>
                </a:solidFill>
                <a:latin typeface="Arial"/>
              </a:rPr>
              <a:t>A 48-channel magnetometer grid samples the field 30× a second. A dipole model recovers the magnet's position, height, tilt and twist.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194560"/>
            <a:ext cx="340156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0016" y="2514600"/>
            <a:ext cx="502920" cy="1097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2743200"/>
            <a:ext cx="2761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3429000"/>
            <a:ext cx="276148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C7489"/>
                </a:solidFill>
                <a:latin typeface="Arial"/>
              </a:rPr>
              <a:t>Strokes are inked into a 64-px canvas with a velocity gate and classified by an OCR backend into letters and digits.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712" y="2194560"/>
            <a:ext cx="340156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2514600"/>
            <a:ext cx="502920" cy="1097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743200"/>
            <a:ext cx="2761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429000"/>
            <a:ext cx="276148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C7489"/>
                </a:solidFill>
                <a:latin typeface="Arial"/>
              </a:rPr>
              <a:t>Damped-least-squares IK streams to the arm through a jerk-limited S-curve, so targets never jump and the real robot stays smooth.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MagPilot</a:t>
            </a:r>
            <a:r>
              <a:rPr sz="1000" b="0">
                <a:solidFill>
                  <a:srgbClr val="5C7489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w_sensor_board.jpg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0" y="0"/>
            <a:ext cx="7680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0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0" y="1097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THE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00200"/>
            <a:ext cx="3840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 4×4 grid 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off-the-shelf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magnetometers.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B9D3E8"/>
                </a:solidFill>
                <a:latin typeface="Arial"/>
              </a:rPr>
              <a:t>16 sensors, one breakout board, a flat pad on the desk. The only thing in the user's hand is a magnet.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tup_wide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0A1E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The whole workcell:  </a:t>
            </a:r>
            <a:r>
              <a:rPr sz="2000" b="0">
                <a:solidFill>
                  <a:srgbClr val="B9D3E8"/>
                </a:solidFill>
                <a:latin typeface="Arial"/>
              </a:rPr>
              <a:t>robot, a flat sensor board, a magnet, and a screen. Nothing worn, nothing wired to the operator.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DE-RISKED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02A43"/>
                </a:solidFill>
                <a:latin typeface="Arial"/>
              </a:rPr>
              <a:t>Full digital twin first,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02A43"/>
                </a:solidFill>
                <a:latin typeface="Arial"/>
              </a:rPr>
              <a:t>then a staged path to the real robot.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3401568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306324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86200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02A43"/>
                </a:solidFill>
                <a:latin typeface="Arial"/>
              </a:rPr>
              <a:t>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C7489"/>
                </a:solidFill>
                <a:latin typeface="Arial"/>
              </a:rPr>
              <a:t>The whole pipeline runs in Gazebo — validate every mapping before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743200"/>
            <a:ext cx="3401568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0016" y="306324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3886200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02A43"/>
                </a:solidFill>
                <a:latin typeface="Arial"/>
              </a:rPr>
              <a:t>Dry-run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448056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C7489"/>
                </a:solidFill>
                <a:latin typeface="Arial"/>
              </a:rPr>
              <a:t>On the real arm, the controller logs targets and IK residuals but sends no motion.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712" y="2743200"/>
            <a:ext cx="3401568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02752" y="3063240"/>
            <a:ext cx="640080" cy="64008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886200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02A43"/>
                </a:solidFill>
                <a:latin typeface="Arial"/>
              </a:rPr>
              <a:t>Supervised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480560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C7489"/>
                </a:solidFill>
                <a:latin typeface="Arial"/>
              </a:rPr>
              <a:t>Enable motion with an E-stop reachable; the arm pauses when the magnet lifts away.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MagPilot</a:t>
            </a:r>
            <a:r>
              <a:rPr sz="1000" b="0">
                <a:solidFill>
                  <a:srgbClr val="5C7489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PRODUCTISED, NOT A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02A43"/>
                </a:solidFill>
                <a:latin typeface="Arial"/>
              </a:rPr>
              <a:t>One window.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02A43"/>
                </a:solidFill>
                <a:latin typeface="Arial"/>
              </a:rPr>
              <a:t>Zero terminals.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2A43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C7489"/>
                </a:solidFill>
                <a:latin typeface="Arial"/>
              </a:rPr>
              <a:t>Robot, control nodes and interface each start with one button. Status dots poll live; one click returns to a clean slate. It already feels like a product, not a research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188720"/>
            <a:ext cx="46634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laun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52801"/>
            <a:ext cx="4297680" cy="33523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MagPilot</a:t>
            </a:r>
            <a:r>
              <a:rPr sz="1000" b="0">
                <a:solidFill>
                  <a:srgbClr val="5C7489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WHERE IT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 cent-cheap controller unlocks robots for everyone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94560"/>
            <a:ext cx="5239512" cy="1783080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5059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Education &amp;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9D3E8"/>
                </a:solidFill>
                <a:latin typeface="Arial"/>
              </a:rPr>
              <a:t>Teach robotics without a teach pendant — every student gets an intuitive 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239512" cy="1783080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45059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Rapid prototyping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9718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9D3E8"/>
                </a:solidFill>
                <a:latin typeface="Arial"/>
              </a:rPr>
              <a:t>Jog and program cells by hand in seconds, no CAD or pendant round-trips.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160520"/>
            <a:ext cx="5239512" cy="1783080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165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Assistive &amp; 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377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9D3E8"/>
                </a:solidFill>
                <a:latin typeface="Arial"/>
              </a:rPr>
              <a:t>A low-effort, wearable-free input for users who can't use joysticks or VR.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60520"/>
            <a:ext cx="5239512" cy="1783080"/>
          </a:xfrm>
          <a:prstGeom prst="roundRect">
            <a:avLst>
              <a:gd name="adj" fmla="val 8000"/>
            </a:avLst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4165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Field &amp; shared robots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93776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9D3E8"/>
                </a:solidFill>
                <a:latin typeface="Arial"/>
              </a:rPr>
              <a:t>No device to pair, charge or lose — hand someone a magnet and 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MagPilot</a:t>
            </a:r>
            <a:r>
              <a:rPr sz="1000" b="0">
                <a:solidFill>
                  <a:srgbClr val="B9D3E8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102A43"/>
                </a:solidFill>
                <a:latin typeface="Arial"/>
              </a:rPr>
              <a:t>The hardware got cheap.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0A84FF"/>
                </a:solidFill>
                <a:latin typeface="Arial"/>
              </a:rPr>
              <a:t>The software was the missing piece.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71800"/>
            <a:ext cx="109728" cy="8229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Sensors are commodities  —  </a:t>
            </a:r>
            <a:r>
              <a:rPr sz="2000" b="0">
                <a:solidFill>
                  <a:srgbClr val="5C7489"/>
                </a:solidFill>
                <a:latin typeface="Arial"/>
              </a:rPr>
              <a:t>High-resolution magnetometer arrays now cost cents per channel.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109728" cy="8229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Robots are proliferating  —  </a:t>
            </a:r>
            <a:r>
              <a:rPr sz="2000" b="0">
                <a:solidFill>
                  <a:srgbClr val="5C7489"/>
                </a:solidFill>
                <a:latin typeface="Arial"/>
              </a:rPr>
              <a:t>Collaborative arms are everywhere — and all still need an easier way 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92040"/>
            <a:ext cx="109728" cy="82296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We built the hard part  —  </a:t>
            </a:r>
            <a:r>
              <a:rPr sz="2000" b="0">
                <a:solidFill>
                  <a:srgbClr val="5C7489"/>
                </a:solidFill>
                <a:latin typeface="Arial"/>
              </a:rPr>
              <a:t>A smooth, safe, real-time magnet-to-robot control stack — running today on a real FR3.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MagPilot</a:t>
            </a:r>
            <a:r>
              <a:rPr sz="1000" b="0">
                <a:solidFill>
                  <a:srgbClr val="5C7489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C748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Every magnet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0A84FF"/>
                </a:solidFill>
                <a:latin typeface="Arial"/>
              </a:rPr>
              <a:t>is a robot controller.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45720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B9D3E8"/>
                </a:solidFill>
                <a:latin typeface="Arial"/>
              </a:rPr>
              <a:t>MagPilot makes the most intuitive robot interface also the cheapest.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MagPilot</a:t>
            </a:r>
            <a:r>
              <a:rPr sz="1000" b="0">
                <a:solidFill>
                  <a:srgbClr val="B9D3E8"/>
                </a:solidFill>
                <a:latin typeface="Arial"/>
              </a:rPr>
              <a:t>  ·  pilot a robot arm with a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9D3E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65176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Thank you.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B9D3E8"/>
                </a:solidFill>
                <a:latin typeface="Arial"/>
              </a:rPr>
              <a:t>Pilot a robot arm with nothing but a magnet.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A84FF"/>
                </a:solidFill>
                <a:latin typeface="Arial"/>
              </a:rPr>
              <a:t>MagPilot  ·  COLMAG  ·  </a:t>
            </a:r>
            <a:r>
              <a:rPr sz="1600" b="0">
                <a:solidFill>
                  <a:srgbClr val="B9D3E8"/>
                </a:solidFill>
                <a:latin typeface="Arial"/>
              </a:rPr>
              <a:t>github.com/simonkruelle  ·  simon.kruelle@gmail.com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